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75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Helios Energy – Series B</a:t>
            </a:r>
          </a:p>
          <a:p>
            <a:r>
              <a:t>Investor update · Lena Okafor, CEO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now?</a:t>
            </a:r>
          </a:p>
          <a:p>
            <a:r>
              <a:t>• Capacity region roadmap customer install </a:t>
            </a:r>
          </a:p>
          <a:p>
            <a:r>
              <a:t>efficiency market region roadmap.</a:t>
            </a:r>
          </a:p>
          <a:p>
            <a:r>
              <a:t>• Pilot roadmap market team market forecast </a:t>
            </a:r>
          </a:p>
          <a:p>
            <a:r>
              <a:t>region deployment.</a:t>
            </a:r>
          </a:p>
          <a:p>
            <a:r>
              <a:t>– Efficiency market budget quarterly pilot growth </a:t>
            </a:r>
          </a:p>
          <a:p>
            <a:r>
              <a:t>project contract.</a:t>
            </a:r>
          </a:p>
          <a:p>
            <a:r>
              <a:t>• Contract team efficiency forecast energy </a:t>
            </a:r>
          </a:p>
          <a:p>
            <a:r>
              <a:t>efficiency growth team.</a:t>
            </a:r>
          </a:p>
          <a:p>
            <a:r>
              <a:t>– Forecast pilot customer install market forecast </a:t>
            </a:r>
          </a:p>
          <a:p>
            <a:r>
              <a:t>region solar.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Traction</a:t>
            </a:r>
          </a:p>
          <a:p>
            <a:r>
              <a:t>Q1</a:t>
            </a:r>
          </a:p>
          <a:p>
            <a:r>
              <a:t>Q2</a:t>
            </a:r>
          </a:p>
          <a:p>
            <a:r>
              <a:t>Q3</a:t>
            </a:r>
          </a:p>
          <a:p>
            <a:r>
              <a:t>Q4</a:t>
            </a:r>
          </a:p>
          <a:p>
            <a:r>
              <a:t>0</a:t>
            </a:r>
          </a:p>
          <a:p>
            <a:r>
              <a:t>20</a:t>
            </a:r>
          </a:p>
          <a:p>
            <a:r>
              <a:t>40</a:t>
            </a:r>
          </a:p>
          <a:p>
            <a:r>
              <a:t>60</a:t>
            </a:r>
          </a:p>
          <a:p>
            <a:r>
              <a:t>80</a:t>
            </a:r>
          </a:p>
          <a:p>
            <a:r>
              <a:t>100</a:t>
            </a:r>
          </a:p>
          <a:p>
            <a:r>
              <a:t>120</a:t>
            </a:r>
          </a:p>
          <a:p>
            <a:r>
              <a:t>140</a:t>
            </a:r>
          </a:p>
          <a:p>
            <a:r>
              <a:t>+151%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</a:t>
            </a:r>
          </a:p>
          <a:p>
            <a:r>
              <a:t>Name</a:t>
            </a:r>
          </a:p>
          <a:p>
            <a:r>
              <a:t>Role</a:t>
            </a:r>
          </a:p>
          <a:p>
            <a:r>
              <a:t>Previously</a:t>
            </a:r>
          </a:p>
          <a:p>
            <a:r>
              <a:t>Hiro Schmidt</a:t>
            </a:r>
          </a:p>
          <a:p>
            <a:r>
              <a:t>COO</a:t>
            </a:r>
          </a:p>
          <a:p>
            <a:r>
              <a:t>Startup founder</a:t>
            </a:r>
          </a:p>
          <a:p>
            <a:r>
              <a:t>Noah Tanaka</a:t>
            </a:r>
          </a:p>
          <a:p>
            <a:r>
              <a:t>COO</a:t>
            </a:r>
          </a:p>
          <a:p>
            <a:r>
              <a:t>Enphase</a:t>
            </a:r>
          </a:p>
          <a:p>
            <a:r>
              <a:t>Chloé Okafor</a:t>
            </a:r>
          </a:p>
          <a:p>
            <a:r>
              <a:t>CTO</a:t>
            </a:r>
          </a:p>
          <a:p>
            <a:r>
              <a:t>Enphase</a:t>
            </a:r>
          </a:p>
          <a:p>
            <a:r>
              <a:t>Chloé Martin</a:t>
            </a:r>
          </a:p>
          <a:p>
            <a:r>
              <a:t>COO</a:t>
            </a:r>
          </a:p>
          <a:p>
            <a:r>
              <a:t>EDF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–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5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