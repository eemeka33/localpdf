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47</c:v>
                </c:pt>
                <c:pt idx="2">
                  <c:v>11</c:v>
                </c:pt>
                <c:pt idx="3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117</c:v>
                </c:pt>
                <c:pt idx="1">
                  <c:v>106</c:v>
                </c:pt>
                <c:pt idx="2">
                  <c:v>61</c:v>
                </c:pt>
                <c:pt idx="3">
                  <c:v>107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Helios Energy – Series 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Investor update · Lena Okafor, CEO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Capacity region roadmap customer install efficiency market region roadmap.</a:t>
            </a:r>
          </a:p>
          <a:p>
            <a:pPr/>
            <a:r>
              <a:t>Pilot roadmap market team market forecast region deployment.</a:t>
            </a:r>
          </a:p>
          <a:p>
            <a:pPr lvl="1"/>
            <a:r>
              <a:t>Efficiency market budget quarterly pilot growth project contract.</a:t>
            </a:r>
          </a:p>
          <a:p>
            <a:pPr/>
            <a:r>
              <a:t>Contract team efficiency forecast energy efficiency growth team.</a:t>
            </a:r>
          </a:p>
          <a:p>
            <a:pPr lvl="1"/>
            <a:r>
              <a:t>Forecast pilot customer install market forecast region solar.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68580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046720" y="2011680"/>
            <a:ext cx="3474720" cy="2194560"/>
          </a:xfrm>
          <a:prstGeom prst="roundRect">
            <a:avLst/>
          </a:prstGeom>
          <a:solidFill>
            <a:srgbClr val="E532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4000" b="1"/>
              <a:t>+151% YoY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4008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Previously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Hiro Schmidt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Startup founder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Noah Tanaka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Enphase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Chloé Okafor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Enphase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Chloé Martin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731520"/>
            <a:ext cx="9144000" cy="426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56692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Thank you –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